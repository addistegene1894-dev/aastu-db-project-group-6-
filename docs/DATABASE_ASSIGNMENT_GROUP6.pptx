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1B4F72">
              <a:alpha val="30000"/>
            </a:srgbClr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22960"/>
            <a:ext cx="2834640" cy="2834640"/>
          </a:xfrm>
          <a:prstGeom prst="ellipse">
            <a:avLst/>
          </a:prstGeom>
          <a:solidFill>
            <a:srgbClr val="0E7C86">
              <a:alpha val="4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F4D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ASSIGNMENT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Management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 and Implementation using MySQL &amp; MongoDB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389120" cy="164592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4206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03F"/>
                </a:solidFill>
              </a:rPr>
              <a:t>GROUP 6</a:t>
            </a:r>
            <a:endParaRPr lang="en-US" sz="20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ADDIS ABABA SCIENCE AND TECHNOLOGY UNIVERSITY</a:t>
            </a:r>
            <a:endParaRPr lang="en-US" sz="2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7A589"/>
                </a:solidFill>
              </a:rPr>
              <a:t>Department of Software Engineering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C86">
              <a:alpha val="4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7375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to: Instructor Yaynshet Medhin  |  May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38912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05256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27048"/>
            <a:ext cx="438912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27048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563624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185416"/>
            <a:ext cx="438912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8541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221992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Scope &amp; Methodology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43784"/>
            <a:ext cx="438912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4378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 — Entities &amp; Relationships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02152"/>
            <a:ext cx="438912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0215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538728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Schema &amp; Normalization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438912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605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197096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Implementation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38912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86868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905256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Queries &amp; Operations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527048"/>
            <a:ext cx="438912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527048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563624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Implementation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185416"/>
            <a:ext cx="438912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18541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221992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Queries &amp; Operations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843784"/>
            <a:ext cx="438912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4378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8803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Testing &amp; Results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502152"/>
            <a:ext cx="438912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50215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538728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Bugs, Fixes &amp; Improvements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438912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6052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4197096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Introduction &amp; Background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2011680" cy="54864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365760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D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Addis Ababa Science and Technology University (AASTU) manages vast academic information including student records, course enrollments, and teacher assignments.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the institution grows, traditional manual systems become inadequate — causing data redundancy, inconsistencies, and slow retrieval.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23360" cy="365760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comprehensive Student Management System designed and implemented using: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— Relational Database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— NoSQL Document Database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provides efficient storage, retrieval, and management of all academic records at AASTU.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Problem Statement &amp; Objectives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286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Problems with Existing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5331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Data duplication in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4767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Inconsistency during updates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4203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Slow search &amp; retrieval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3639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Poor relationship management between students, courses &amp; teachers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3075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Risk of data loss with paper records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6868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37160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35331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Design &amp; implement a Student Management System (MySQL + MongoDB)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196596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94767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Store student, course, instructor &amp; department data efficiently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256032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54203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Manage student course enrollment &amp; grades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15468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13639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Reduce data redundancy via normalization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3749040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730752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D40"/>
                </a:solidFill>
              </a:rPr>
              <a:t>Demonstrate relational and NoSQL database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System Scope &amp; Methodology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200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D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Covers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6032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34416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Student Registration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56032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84708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Course Management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56032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35000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Instructor Assignment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56032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85292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Department Management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35584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Student Enrollment &amp; Grading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822960"/>
            <a:ext cx="4023360" cy="32004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8686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Tools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325880"/>
            <a:ext cx="320040" cy="3200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258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134416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Requirement Analysis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83480" y="1828800"/>
            <a:ext cx="320040" cy="3200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8288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184708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ER Diagram Design (Draw.io)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83480" y="2331720"/>
            <a:ext cx="320040" cy="3200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3317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235000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Database Normalization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983480" y="2834640"/>
            <a:ext cx="320040" cy="3200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8346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285292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MySQL Implementation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983480" y="3337560"/>
            <a:ext cx="320040" cy="3200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3375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335584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MongoDB Implementation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7D3C98">
              <a:alpha val="5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233672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Not In Scope: Graphical User Interface (GUI) and Online System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67310"/>
            <a:ext cx="9194165" cy="5210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Database Design — Entities &amp; Relationships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7432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1664208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16642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Student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16642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98448"/>
            <a:ext cx="157276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student_id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first_name, last_name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email, phone, DOB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department_id (FK)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914400"/>
            <a:ext cx="1664208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914400"/>
            <a:ext cx="16642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Course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65960" y="1261872"/>
            <a:ext cx="16642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298448"/>
            <a:ext cx="157276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course_id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course_name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credit_hour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instructor_id (FK)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914400"/>
            <a:ext cx="1664208" cy="3474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914400"/>
            <a:ext cx="16642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Instructor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03320" y="1261872"/>
            <a:ext cx="16642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298448"/>
            <a:ext cx="157276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instructor_id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first_name, last_name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email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department_id (FK)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914400"/>
            <a:ext cx="1664208" cy="347472"/>
          </a:xfrm>
          <a:prstGeom prst="rect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914400"/>
            <a:ext cx="16642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Department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40680" y="1261872"/>
            <a:ext cx="16642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298448"/>
            <a:ext cx="157276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department_id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department_name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914400"/>
            <a:ext cx="1664208" cy="347472"/>
          </a:xfrm>
          <a:prstGeom prst="rect">
            <a:avLst/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914400"/>
            <a:ext cx="16642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Enrollment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78040" y="1261872"/>
            <a:ext cx="16642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298448"/>
            <a:ext cx="1572768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enrollment_id (PK)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student_id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course_id 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enrollment_date, grade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743200"/>
            <a:ext cx="8686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4320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D03F"/>
                </a:solidFill>
              </a:rPr>
              <a:t>Entity Relationships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42062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36976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Department → Student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456432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D40"/>
                </a:solidFill>
              </a:rPr>
              <a:t>One department has many students (1:M)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42062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95344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Department → Instructor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114800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D40"/>
                </a:solidFill>
              </a:rPr>
              <a:t>One department has many instructors (1:M)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200400"/>
            <a:ext cx="42062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36976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Instructor → Course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456432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D40"/>
                </a:solidFill>
              </a:rPr>
              <a:t>One instructor teaches many courses (1:M)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858768"/>
            <a:ext cx="420624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95344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Student ↔ Course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114800"/>
            <a:ext cx="4023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D40"/>
                </a:solidFill>
              </a:rPr>
              <a:t>Many students enrolled in many courses (M:N via Enrollment)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Database Normalization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691640" y="1920240"/>
            <a:ext cx="320040" cy="10972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822960"/>
            <a:ext cx="822960" cy="8229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463040" cy="256032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Unnormalized 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286000"/>
            <a:ext cx="1335024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</a:rPr>
              <a:t>Single large table with all data. Contains repeating groups, redundancy, update/insertion/deletion anomalies.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920240"/>
            <a:ext cx="320040" cy="10972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822960"/>
            <a:ext cx="822960" cy="8229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82296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1NF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1783080"/>
            <a:ext cx="1463040" cy="256032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8288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First Normal 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75688" y="2286000"/>
            <a:ext cx="1335024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</a:rPr>
              <a:t>Atomic values only. No repeating groups. Each row is unique. Removes repeating course records per student.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1920240"/>
            <a:ext cx="320040" cy="10972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822960"/>
            <a:ext cx="822960" cy="822960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82296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2NF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1783080"/>
            <a:ext cx="1463040" cy="256032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8288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D03F"/>
                </a:solidFill>
              </a:rPr>
              <a:t>Second Normal Form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13048" y="2286000"/>
            <a:ext cx="1335024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</a:rPr>
              <a:t>1NF + no partial dependency. Decomposed into: Student, Course, Instructor, Department, Enrollment tables.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920240"/>
            <a:ext cx="320040" cy="10972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822960"/>
            <a:ext cx="822960" cy="82296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82296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3NF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0" y="1783080"/>
            <a:ext cx="1463040" cy="256032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8288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Third Normal Form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0408" y="2286000"/>
            <a:ext cx="1335024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</a:rPr>
              <a:t>2NF + no transitive dependency. Non-key attributes depend only on the primary key. All 5 tables fully normalized.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43800" y="82296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82296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BCNF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23760" y="1783080"/>
            <a:ext cx="1463040" cy="256032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182880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Boyce-Codd NF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87768" y="2286000"/>
            <a:ext cx="1335024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</a:rPr>
              <a:t>Every determinant is a candidate key. All functional dependencies X→Y have X as a superkey. Final clean schema.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44568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D03F"/>
                </a:solidFill>
              </a:rPr>
              <a:t>Final Result: 5 Fully Normalized Tables — Department, Student, Instructor, Course, Enrollment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MySQL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82880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F8C8D"/>
                </a:solidFill>
              </a:rPr>
              <a:t>Relational Database — Structured, consistent data with foreign key constraints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1E2A3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CREATE TABLE 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393192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Department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department_id INT PRIMARY KEY,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department_name VARCHAR(100)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Student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student_id INT PRIMARY KEY,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first_name VARCHAR(50),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last_name VARCHAR(50),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email VARCHAR(100),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department_id INT,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FOREIGN KEY (department_id)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REFERENCES Department(department_id)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Enrollment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enrollment_id INT PRIMARY KEY,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student_id INT, course_id INT,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enrollment_date DATE, grade VARCHAR(5),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FOREIGN KEY (student_id)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REFERENCES Student(student_id)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361188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1615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Tables Created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27632"/>
            <a:ext cx="868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27632"/>
            <a:ext cx="868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Department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87568" y="1664208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</a:rPr>
              <a:t>department_id, department_name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249424"/>
            <a:ext cx="868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49424"/>
            <a:ext cx="868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87568" y="2286000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</a:rPr>
              <a:t>instructor_id, name, email, dept FK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71216"/>
            <a:ext cx="868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71216"/>
            <a:ext cx="868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Student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87568" y="2907792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</a:rPr>
              <a:t>student_id, name, email, phone, DOB, dept FK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493008"/>
            <a:ext cx="868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93008"/>
            <a:ext cx="868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Course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87568" y="352958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</a:rPr>
              <a:t>course_id, name, credit_hour, instructor FK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4114800"/>
            <a:ext cx="86868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114800"/>
            <a:ext cx="868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Enrollment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87568" y="4151376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</a:rPr>
              <a:t>enrollment_id, student FK, course FK, date, grade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461772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7C86"/>
                </a:solidFill>
              </a:rPr>
              <a:t>5 students, 4 departments, 4 instructors, 4 courses, 6 enrollment records inserted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MySQL — Queries &amp; Operations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868680"/>
            <a:ext cx="40599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JOIN: Students with Departments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216152"/>
            <a:ext cx="4206240" cy="1508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40233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s.student_id, s.first_name,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s.last_name, d.department_name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Student 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Department 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 s.department_id = d.department_id;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20624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868680"/>
            <a:ext cx="40599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JOIN: Enrollment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16152"/>
            <a:ext cx="4206240" cy="1508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0160"/>
            <a:ext cx="40233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s.first_name, s.last_name,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c.course_name, e.grade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Enrollment 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Student s ON e.student_id=s.student_id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JOIN Course c ON e.course_id=c.course_id;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834640"/>
            <a:ext cx="420624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834640"/>
            <a:ext cx="40599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Aggregate: Count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182112"/>
            <a:ext cx="4206240" cy="1508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46120"/>
            <a:ext cx="40233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COUNT(*) AS Total_Students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Student;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COUNT(*) AS Total_Courses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Course;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20624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834640"/>
            <a:ext cx="40599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Filter: Grade A Students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182112"/>
            <a:ext cx="4206240" cy="1508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46120"/>
            <a:ext cx="40233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Enrollment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grade = 'A';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Course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credit_hour &gt; 3;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72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7A589"/>
                </a:solidFill>
              </a:rPr>
              <a:t>Also implemented: UPDATE, DELETE, COUNT, GROUP BY, ORDER BY, and subquery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MongoDB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201168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F8C8D"/>
                </a:solidFill>
              </a:rPr>
              <a:t>NoSQL Document Database — Flexible JSON-like documents stored in collections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1E2A38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Insert Documents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393192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db.Student.insertMany([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student_id: 101,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first_name: "Abel",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last_name: "Tadesse",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email: "abel@gmail.com",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department_id: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student_id: 102,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first_name: "Meron",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last_name: "Ali",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email: "meron@gmail.com",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department_id: 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db.Enrollment.insertMany([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 enrollment_id: 401,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student_id: 101,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course_id: 301,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grade: "A"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1615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MongoDB Collections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 db.Student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 db.Course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12140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 db.Instructor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12280" y="157276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 db.Department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12280" y="184708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8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 db.Enrollment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606040"/>
            <a:ext cx="4160520" cy="219456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63347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MySQL vs MongoDB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2990088"/>
            <a:ext cx="4105656" cy="338328"/>
          </a:xfrm>
          <a:prstGeom prst="rect">
            <a:avLst/>
          </a:prstGeom>
          <a:solidFill>
            <a:srgbClr val="1B4F7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1752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301752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0" y="301752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3328416"/>
            <a:ext cx="410565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55848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Data 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3355848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Tables/Rows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3355848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Collections/Docs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3666744"/>
            <a:ext cx="4105656" cy="338328"/>
          </a:xfrm>
          <a:prstGeom prst="rect">
            <a:avLst/>
          </a:prstGeom>
          <a:solidFill>
            <a:srgbClr val="DDEE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694176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Schema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3694176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Fixed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3694176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Flexible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4005072"/>
            <a:ext cx="410565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032504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Language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4032504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SQL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4032504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MQL / JSON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4343400"/>
            <a:ext cx="4105656" cy="338328"/>
          </a:xfrm>
          <a:prstGeom prst="rect">
            <a:avLst/>
          </a:prstGeom>
          <a:solidFill>
            <a:srgbClr val="DDEE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370832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Best For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4370832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Structured 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0" y="4370832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D40"/>
                </a:solidFill>
              </a:rPr>
              <a:t>Flexible data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MongoDB — Queries &amp; Operations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834640" cy="320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" y="868680"/>
            <a:ext cx="27249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Find All / By ID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83464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52728"/>
            <a:ext cx="26883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db.Student.find()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db.Student.find({student_id: 101})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db.Course.find({course_name: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"Database Systems"})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82112" y="868680"/>
            <a:ext cx="2834640" cy="320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868680"/>
            <a:ext cx="27249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Filter: Grade 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188720"/>
            <a:ext cx="283464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252728"/>
            <a:ext cx="26883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db.Enrollment.find({grade: "A"})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db.Course.find({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credit_hour: {$gt: 3}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81344" y="868680"/>
            <a:ext cx="2834640" cy="320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868680"/>
            <a:ext cx="27249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Update Record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188720"/>
            <a:ext cx="283464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252728"/>
            <a:ext cx="26883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db.Student.updateOne(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{student_id: 101},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{$set: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phone: "0911998877"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880360"/>
            <a:ext cx="2834640" cy="320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2880360"/>
            <a:ext cx="27249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Sort &amp; 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3200400"/>
            <a:ext cx="283464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264408"/>
            <a:ext cx="26883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db.Student.find()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.sort({first_name: 1})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db.Student.countDocuments()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db.Course.countDocuments()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2880360"/>
            <a:ext cx="2834640" cy="320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2880360"/>
            <a:ext cx="27249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Delete Record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82112" y="3200400"/>
            <a:ext cx="283464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3264408"/>
            <a:ext cx="26883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db.Enrollment.deleteOne(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{enrollment_id: 406}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81344" y="2880360"/>
            <a:ext cx="2834640" cy="320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880360"/>
            <a:ext cx="272491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Schema (JSON)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3200400"/>
            <a:ext cx="2834640" cy="1600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264408"/>
            <a:ext cx="2688336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"student_id": 101,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"first_name": "Abel",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"email": "abel@gmail.com",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"department_id":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BF5F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System Testing &amp;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F8C8D"/>
                </a:solidFill>
              </a:rPr>
              <a:t>All 10 test cases passed successfully across MySQL and MongoDB implementations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365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1115568"/>
            <a:ext cx="2926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#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115568"/>
            <a:ext cx="23774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115568"/>
            <a:ext cx="230428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Case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1115568"/>
            <a:ext cx="30175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1115568"/>
            <a:ext cx="29443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115568"/>
            <a:ext cx="12801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25896" y="1115568"/>
            <a:ext cx="12070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1463040"/>
            <a:ext cx="365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" y="1463040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1463040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1463040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student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71800" y="1463040"/>
            <a:ext cx="3017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8376" y="1463040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Student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1463040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1801368"/>
            <a:ext cx="3657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" y="1801368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1801368"/>
            <a:ext cx="237744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1801368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course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71800" y="1801368"/>
            <a:ext cx="301752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08376" y="1801368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Course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1801368"/>
            <a:ext cx="12801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5896" y="1801368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139696"/>
            <a:ext cx="365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" y="2139696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2139696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2139696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 student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71800" y="2139696"/>
            <a:ext cx="3017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08376" y="2139696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INSERT INTO Enrollment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2139696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2139696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2478024"/>
            <a:ext cx="3657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" y="2478024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2478024"/>
            <a:ext cx="237744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2478024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971800" y="2478024"/>
            <a:ext cx="301752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08376" y="2478024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WHERE student_id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2478024"/>
            <a:ext cx="12801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5896" y="2478024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2816352"/>
            <a:ext cx="365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" y="2816352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" y="2816352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2816352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email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971800" y="2816352"/>
            <a:ext cx="3017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08376" y="2816352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SET email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89320" y="2816352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25896" y="2816352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154680"/>
            <a:ext cx="3657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" y="3154680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" y="3154680"/>
            <a:ext cx="237744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" y="3154680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enrollment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971800" y="3154680"/>
            <a:ext cx="301752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08376" y="3154680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 FROM Enrollment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89320" y="3154680"/>
            <a:ext cx="12801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25896" y="3154680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" y="3493008"/>
            <a:ext cx="365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5176" y="3493008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94360" y="3493008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" y="3493008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all students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971800" y="3493008"/>
            <a:ext cx="3017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08376" y="3493008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* FROM Student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989320" y="3493008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25896" y="3493008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28600" y="3831336"/>
            <a:ext cx="3657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5176" y="3831336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94360" y="3831336"/>
            <a:ext cx="237744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936" y="3831336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students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971800" y="3831336"/>
            <a:ext cx="301752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08376" y="3831336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COUNT(*)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89320" y="3831336"/>
            <a:ext cx="12801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25896" y="3831336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28600" y="4169664"/>
            <a:ext cx="3657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5176" y="4169664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94360" y="4169664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0936" y="4169664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hour filter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971800" y="4169664"/>
            <a:ext cx="30175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08376" y="4169664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WHERE credit_hour&gt;3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989320" y="4169664"/>
            <a:ext cx="12801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25896" y="4169664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28600" y="4507992"/>
            <a:ext cx="3657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65176" y="4507992"/>
            <a:ext cx="2926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94360" y="4507992"/>
            <a:ext cx="237744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0936" y="4507992"/>
            <a:ext cx="230428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A retrieval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971800" y="4507992"/>
            <a:ext cx="301752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08376" y="4507992"/>
            <a:ext cx="294436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D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WHERE grade='A'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989320" y="4507992"/>
            <a:ext cx="1280160" cy="338328"/>
          </a:xfrm>
          <a:prstGeom prst="rect">
            <a:avLst/>
          </a:prstGeom>
          <a:solidFill>
            <a:srgbClr val="EAF2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25896" y="4507992"/>
            <a:ext cx="1207008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PASS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223760" y="1005840"/>
            <a:ext cx="1645920" cy="1645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23760" y="100584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10/10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PASS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Bugs Encountered &amp; Future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95528"/>
            <a:ext cx="429768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Bugs Encountered &amp; Solutions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148840" cy="475488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5FB"/>
                </a:solidFill>
              </a:rPr>
              <a:t>⚠ FK Constraint Error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234440"/>
            <a:ext cx="2148840" cy="475488"/>
          </a:xfrm>
          <a:prstGeom prst="rect">
            <a:avLst/>
          </a:prstGeom>
          <a:solidFill>
            <a:srgbClr val="0E7C86">
              <a:alpha val="5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234440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</a:rPr>
              <a:t>→ Insert parent records first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19656"/>
            <a:ext cx="2148840" cy="475488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19656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5FB"/>
                </a:solidFill>
              </a:rPr>
              <a:t>⚠ Duplicate PK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1819656"/>
            <a:ext cx="2148840" cy="475488"/>
          </a:xfrm>
          <a:prstGeom prst="rect">
            <a:avLst/>
          </a:prstGeom>
          <a:solidFill>
            <a:srgbClr val="0E7C86">
              <a:alpha val="5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819656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</a:rPr>
              <a:t>→ Use unique IDs for all records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404872"/>
            <a:ext cx="2148840" cy="475488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04872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5FB"/>
                </a:solidFill>
              </a:rPr>
              <a:t>⚠ Query Syntax Errors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77440" y="2404872"/>
            <a:ext cx="2148840" cy="475488"/>
          </a:xfrm>
          <a:prstGeom prst="rect">
            <a:avLst/>
          </a:prstGeom>
          <a:solidFill>
            <a:srgbClr val="0E7C86">
              <a:alpha val="5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404872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</a:rPr>
              <a:t>→ Corrected table/column names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990088"/>
            <a:ext cx="2148840" cy="475488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90088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5FB"/>
                </a:solidFill>
              </a:rPr>
              <a:t>⚠ Missing Field Values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7440" y="2990088"/>
            <a:ext cx="2148840" cy="475488"/>
          </a:xfrm>
          <a:prstGeom prst="rect">
            <a:avLst/>
          </a:prstGeom>
          <a:solidFill>
            <a:srgbClr val="0E7C86">
              <a:alpha val="5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990088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</a:rPr>
              <a:t>→ Added all required fields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575304"/>
            <a:ext cx="2148840" cy="475488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75304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F5FB"/>
                </a:solidFill>
              </a:rPr>
              <a:t>⚠ Wrong Data Types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575304"/>
            <a:ext cx="2148840" cy="475488"/>
          </a:xfrm>
          <a:prstGeom prst="rect">
            <a:avLst/>
          </a:prstGeom>
          <a:solidFill>
            <a:srgbClr val="0E7C86">
              <a:alpha val="5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575304"/>
            <a:ext cx="2057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BF5FB"/>
                </a:solidFill>
              </a:rPr>
              <a:t>→ Corrected data type assignments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795528"/>
            <a:ext cx="4206240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795528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Improvements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261872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252728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Develop a Graphical User Interface (GUI)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700784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69164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Create a web-based version of the system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139696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130552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Add login &amp; authentication features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578608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569464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Implement advanced report generation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008376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Add automatic backup &amp; recovery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456432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447288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Implement role-based access control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95344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88620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Add GPA calculation functionality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334256"/>
            <a:ext cx="201168" cy="2011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325112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BF5FB"/>
                </a:solidFill>
              </a:rPr>
              <a:t>Integrate with online registration services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&amp; Functionality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2743200" cy="17373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7840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</a:rPr>
              <a:t>👤  Student Registration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13716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45336"/>
            <a:ext cx="2560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BF5FB"/>
                </a:solidFill>
              </a:rPr>
              <a:t>Register students with personal info, DOB, email, phone &amp; department assignment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886968"/>
            <a:ext cx="2743200" cy="17373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7840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</a:rPr>
              <a:t>📚  Course Management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435608"/>
            <a:ext cx="13716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45336"/>
            <a:ext cx="2560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BF5FB"/>
                </a:solidFill>
              </a:rPr>
              <a:t>Add courses with credit hours, assign instructors, manage course catalog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886968"/>
            <a:ext cx="2743200" cy="17373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97840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</a:rPr>
              <a:t>👨‍🏫  Instructor Management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35608"/>
            <a:ext cx="13716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45336"/>
            <a:ext cx="2560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BF5FB"/>
                </a:solidFill>
              </a:rPr>
              <a:t>Store instructor profiles and link them to their respective departments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07208"/>
            <a:ext cx="2743200" cy="17373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9864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</a:rPr>
              <a:t>🏛  Department Management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355848"/>
            <a:ext cx="13716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65576"/>
            <a:ext cx="2560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BF5FB"/>
                </a:solidFill>
              </a:rPr>
              <a:t>Manage academic departments and associate students &amp; instructors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807208"/>
            <a:ext cx="2743200" cy="17373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89864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</a:rPr>
              <a:t>📝  Enrollment &amp; Grading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91840" y="3355848"/>
            <a:ext cx="13716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465576"/>
            <a:ext cx="2560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BF5FB"/>
                </a:solidFill>
              </a:rPr>
              <a:t>Enroll students in courses, track enrollment dates and assign grades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2807208"/>
            <a:ext cx="2743200" cy="17373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898648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D03F"/>
                </a:solidFill>
              </a:rPr>
              <a:t>🔍  Search &amp; Retrieval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355848"/>
            <a:ext cx="13716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465576"/>
            <a:ext cx="2560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BF5FB"/>
                </a:solidFill>
              </a:rPr>
              <a:t>Fast query operations: filter by grade, search by ID, join reports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28016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141732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This project successfully designed and implemented a Student Management System at AASTU using both MySQL (relational) and MongoDB (NoSQL) databases.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BF5FB"/>
                </a:solidFill>
              </a:rPr>
              <a:t>The system demonstrates how modern database technologies can solve real-world academic data management challenges.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4251960" cy="548640"/>
          </a:xfrm>
          <a:prstGeom prst="rect">
            <a:avLst/>
          </a:prstGeom>
          <a:solidFill>
            <a:srgbClr val="EBF5FB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569464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5694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</a:rPr>
              <a:t>Efficient storage of student, course, instructor &amp; enrollment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423160"/>
            <a:ext cx="4251960" cy="548640"/>
          </a:xfrm>
          <a:prstGeom prst="rect">
            <a:avLst/>
          </a:prstGeom>
          <a:solidFill>
            <a:srgbClr val="E8F8F5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2569464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56946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42316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</a:rPr>
              <a:t>Full normalization from UNF → 1NF → 2NF → 3NF → BCNF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4251960" cy="548640"/>
          </a:xfrm>
          <a:prstGeom prst="rect">
            <a:avLst/>
          </a:prstGeom>
          <a:solidFill>
            <a:srgbClr val="EBF5FB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3697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3697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090672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</a:rPr>
              <a:t>CRUD operations implemented in both MySQL and MongoDB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90672"/>
            <a:ext cx="4251960" cy="548640"/>
          </a:xfrm>
          <a:prstGeom prst="rect">
            <a:avLst/>
          </a:prstGeom>
          <a:solidFill>
            <a:srgbClr val="E8F8F5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2312" y="323697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23697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090672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</a:rPr>
              <a:t>All 10 test cases passed with no critical errors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758184"/>
            <a:ext cx="4251960" cy="548640"/>
          </a:xfrm>
          <a:prstGeom prst="rect">
            <a:avLst/>
          </a:prstGeom>
          <a:solidFill>
            <a:srgbClr val="EBF5FB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904488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9044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758184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</a:rPr>
              <a:t>Dual-database architecture comparing SQL vs NoSQL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758184"/>
            <a:ext cx="4251960" cy="548640"/>
          </a:xfrm>
          <a:prstGeom prst="rect">
            <a:avLst/>
          </a:prstGeom>
          <a:solidFill>
            <a:srgbClr val="E8F8F5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3904488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90448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758184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</a:rPr>
              <a:t>Clear data integrity via primary and foreign key constraints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E7C86">
              <a:alpha val="8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</a:rPr>
              <a:t>"A foundation for a full-scale Academic Information System at AASTU"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114800" cy="4114800"/>
          </a:xfrm>
          <a:prstGeom prst="ellipse">
            <a:avLst/>
          </a:prstGeom>
          <a:solidFill>
            <a:srgbClr val="0E7C86">
              <a:alpha val="25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474720" cy="3474720"/>
          </a:xfrm>
          <a:prstGeom prst="ellipse">
            <a:avLst/>
          </a:prstGeom>
          <a:solidFill>
            <a:srgbClr val="1B4F72">
              <a:alpha val="35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2743200" cy="2743200"/>
          </a:xfrm>
          <a:prstGeom prst="ellipse">
            <a:avLst/>
          </a:prstGeom>
          <a:solidFill>
            <a:srgbClr val="17A589">
              <a:alpha val="20000"/>
            </a:srgbClr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4D0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1828800" y="2606040"/>
            <a:ext cx="548640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B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Management System — Database Assignment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337560"/>
            <a:ext cx="6400800" cy="15087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383280"/>
            <a:ext cx="621792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D03F"/>
                </a:solidFill>
              </a:rPr>
              <a:t>GROUP 6  |  Department of Software Engineering
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BF5FB"/>
                </a:solidFill>
              </a:rPr>
              <a:t>Addis Ababa Science and Technology University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</a:rPr>
              <a:t>Submitted to: Instructor Yaynshet Medhin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9098</Words>
  <Application>WPS Presentation</Application>
  <PresentationFormat>On-screen Show (16:9)</PresentationFormat>
  <Paragraphs>652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- Database Assignment</dc:title>
  <dc:creator>PptxGenJS</dc:creator>
  <dc:subject>PptxGenJS Presentation</dc:subject>
  <cp:lastModifiedBy>hp</cp:lastModifiedBy>
  <cp:revision>3</cp:revision>
  <dcterms:created xsi:type="dcterms:W3CDTF">2026-05-13T20:07:00Z</dcterms:created>
  <dcterms:modified xsi:type="dcterms:W3CDTF">2026-05-14T04:01:50Z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F765340B28ED475EB9E23A131FE5E0E8_13</vt:lpwstr>
  </property>
  <property fmtid="{D5CDD505-2E9C-101B-9397-08002B2CF9AE}" pid="3" name="KSOProductBuildVer">
    <vt:lpwstr>1033-12.2.0.23196</vt:lpwstr>
  </property>
</Properties>
</file>